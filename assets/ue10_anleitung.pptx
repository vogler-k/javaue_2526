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64" r:id="rId4"/>
    <p:sldId id="259" r:id="rId5"/>
    <p:sldId id="260" r:id="rId6"/>
    <p:sldId id="258" r:id="rId7"/>
    <p:sldId id="262" r:id="rId8"/>
    <p:sldId id="263" r:id="rId9"/>
    <p:sldId id="265" r:id="rId10"/>
    <p:sldId id="261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22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35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2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03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80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58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0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87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0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39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957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82BBA30-9B10-D898-FBF5-3DAA35F47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732349"/>
            <a:ext cx="6542916" cy="2782508"/>
          </a:xfrm>
        </p:spPr>
        <p:txBody>
          <a:bodyPr anchor="ctr">
            <a:normAutofit/>
          </a:bodyPr>
          <a:lstStyle/>
          <a:p>
            <a:pPr algn="l"/>
            <a:r>
              <a:rPr lang="de-DE" dirty="0">
                <a:solidFill>
                  <a:schemeClr val="tx2">
                    <a:alpha val="80000"/>
                  </a:schemeClr>
                </a:solidFill>
              </a:rPr>
              <a:t>Programmieren mit </a:t>
            </a:r>
            <a:r>
              <a:rPr lang="de-DE" dirty="0" err="1">
                <a:solidFill>
                  <a:schemeClr val="tx2">
                    <a:alpha val="80000"/>
                  </a:schemeClr>
                </a:solidFill>
              </a:rPr>
              <a:t>Intellij</a:t>
            </a:r>
            <a:endParaRPr lang="de-AT" dirty="0">
              <a:solidFill>
                <a:schemeClr val="tx2">
                  <a:alpha val="80000"/>
                </a:schemeClr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B140029-2C2C-0523-988D-4AC3585E5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3645" y="2011513"/>
            <a:ext cx="4612131" cy="1170228"/>
          </a:xfrm>
        </p:spPr>
        <p:txBody>
          <a:bodyPr anchor="ctr">
            <a:normAutofit/>
          </a:bodyPr>
          <a:lstStyle/>
          <a:p>
            <a:pPr algn="l"/>
            <a:r>
              <a:rPr lang="de-DE" dirty="0">
                <a:solidFill>
                  <a:schemeClr val="tx2">
                    <a:alpha val="80000"/>
                  </a:schemeClr>
                </a:solidFill>
              </a:rPr>
              <a:t>Java</a:t>
            </a:r>
            <a:endParaRPr lang="de-AT" dirty="0">
              <a:solidFill>
                <a:schemeClr val="tx2">
                  <a:alpha val="80000"/>
                </a:schemeClr>
              </a:solidFill>
            </a:endParaRPr>
          </a:p>
        </p:txBody>
      </p:sp>
      <p:pic>
        <p:nvPicPr>
          <p:cNvPr id="4" name="Picture 3" descr="Puzzles in Plastikfiguren">
            <a:extLst>
              <a:ext uri="{FF2B5EF4-FFF2-40B4-BE49-F238E27FC236}">
                <a16:creationId xmlns:a16="http://schemas.microsoft.com/office/drawing/2014/main" id="{D9D94601-1894-672F-A9FF-66D351E688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360" r="2" b="33031"/>
          <a:stretch>
            <a:fillRect/>
          </a:stretch>
        </p:blipFill>
        <p:spPr>
          <a:xfrm>
            <a:off x="1" y="3271957"/>
            <a:ext cx="12198212" cy="3599364"/>
          </a:xfrm>
          <a:custGeom>
            <a:avLst/>
            <a:gdLst/>
            <a:ahLst/>
            <a:cxnLst/>
            <a:rect l="l" t="t" r="r" b="b"/>
            <a:pathLst>
              <a:path w="12178449" h="3424057">
                <a:moveTo>
                  <a:pt x="8778628" y="0"/>
                </a:moveTo>
                <a:lnTo>
                  <a:pt x="9096995" y="0"/>
                </a:lnTo>
                <a:lnTo>
                  <a:pt x="9540073" y="10341"/>
                </a:lnTo>
                <a:cubicBezTo>
                  <a:pt x="10154127" y="37036"/>
                  <a:pt x="10847400" y="104023"/>
                  <a:pt x="11653844" y="224215"/>
                </a:cubicBezTo>
                <a:lnTo>
                  <a:pt x="12178449" y="307575"/>
                </a:lnTo>
                <a:lnTo>
                  <a:pt x="12178449" y="3424056"/>
                </a:lnTo>
                <a:lnTo>
                  <a:pt x="0" y="3424057"/>
                </a:lnTo>
                <a:lnTo>
                  <a:pt x="0" y="1093185"/>
                </a:lnTo>
                <a:lnTo>
                  <a:pt x="851945" y="1080793"/>
                </a:lnTo>
                <a:cubicBezTo>
                  <a:pt x="4637202" y="967650"/>
                  <a:pt x="5848483" y="115490"/>
                  <a:pt x="8385751" y="774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62755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FB42397-759B-4110-90F9-11A099A04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CE16B93-748F-4AF3-90C6-D3EE861E78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1F2252F-DB74-4990-8E43-3B46EB31A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BBB0339-E325-46BB-A951-96F1A4651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21A6F6B-EBF5-41B9-BDDB-AF519B8AD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2CB88A6-ABF0-4981-8112-89F17060A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207B5CF-3BA7-46DE-A98B-C46A77F21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DE055E6-5758-4FD1-A969-1AB1F47EE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5B9E002-9254-431A-BEE3-BC744C6D4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5BB4EB4-8685-4464-8EAE-D44D7770B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3239F69-CDD7-49E2-9C2E-B56A6D009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6C507C8-734D-457D-A4EA-3C1F17BC8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139D922-20CB-41E9-B69E-FA643C51A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FE3C40B-0A70-4224-BC24-365327DC6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22999B0-1AA0-4D8B-BB3E-1BEAD972B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9737CB6-048C-4FD9-9663-0D214A0A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F1A2328-0FD2-449E-A066-56A7D096A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3212297-7D47-455C-B574-D4A450A6B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F88725D-F086-42CF-A0A4-F335D03F9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EE97B27-B4E2-45AF-ACC9-5EC22DB7A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FADBC7B-7D04-4E57-9B78-3FC78B903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CD44BB5-3236-443E-BDD8-7E145E32D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85E742B-9320-4785-A94F-2CAE2855C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A42F567-7F15-4D7B-8F9C-5F8F6B283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9DAD4DF-0FE8-401C-AE04-738B80B25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101394A-2A38-4F45-B5B6-A025C4B43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9D4873B-257C-4327-907C-0829469214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5350388-C37B-41E0-8172-2F7D79DBBA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DA0A053-52F2-4D51-BEB7-31B0A3CA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23551FA-C6B2-4251-A24C-021D7B64E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A50F0F9-04C8-47E4-AF66-B3CAF8C81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017C593-7166-4110-8447-086A8A2DB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792CE38-231D-4EFB-BD1C-B0DFC4714A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7902244-3120-4F1E-BCA7-C414F8CA5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C2A9BEC-6FBD-4C4E-9D8F-6797108601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D05CAB2-3C3D-4649-A904-7115E0A40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79ECC96-BB36-4A8A-ACFC-0CDAC9A3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6C3BBC2-CEC2-44E9-B82B-34488E7E3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73074D9-0CF2-46DC-8D7A-871B6FE4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573F54A-11A1-4A06-8130-294B4D5CEE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2F69BFB-91DF-4F4E-BE91-2D6805CD6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BA93DEE-828E-4AC5-A89A-B3FCC168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043F28B-A5B8-4573-89CC-A68E27A72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41EDE26-6F99-4FF5-A50B-255FEF1CA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C69229A-861A-4B33-A690-B89F20F21A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1FF5E2F-2AD1-485A-8981-8905C235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2E9781F-DF28-41A8-8A6B-7DC5409F9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CDF5C52-5A30-4182-9FF7-118DB1BB6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C8008CF-A1BC-4A0E-B9A2-05FB501EB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DF1A43F-5E26-4631-8775-BC3BACEB1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8A5A284-AA4F-43C1-84B9-947642136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B3BE54E-1FBA-4E64-982C-9CA2C0C48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E7BA94A-1A8A-45C6-9B8F-AFEC955F1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5C6D3A0-6B84-4021-87FB-3179A711BB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A87903E-EEC8-47F4-8730-06C5FD14B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8A92A2B-3460-4608-B3EA-4FFEAF83B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B0E1020-452C-4B7F-A1D2-BA8F1B83F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903CF7B-6947-4932-AD73-020495EDC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453FA51-CE2D-4B84-9F4F-3263D1BC4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327B132-AD8C-4732-93AA-C136586C22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50" y="1"/>
            <a:ext cx="12188952" cy="2452880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3" name="Right Triangle 112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4918297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1EFDF5E9-3AD4-AB8C-D12F-E6F6B976B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781" y="363087"/>
            <a:ext cx="9329476" cy="46901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dirty="0" err="1">
                <a:solidFill>
                  <a:schemeClr val="tx2"/>
                </a:solidFill>
              </a:rPr>
              <a:t>Vergleich</a:t>
            </a:r>
            <a:r>
              <a:rPr lang="en-US" sz="3600" dirty="0">
                <a:solidFill>
                  <a:schemeClr val="tx2"/>
                </a:solidFill>
              </a:rPr>
              <a:t> </a:t>
            </a:r>
            <a:r>
              <a:rPr lang="en-US" sz="3600" dirty="0" err="1">
                <a:solidFill>
                  <a:schemeClr val="tx2"/>
                </a:solidFill>
              </a:rPr>
              <a:t>Intellij</a:t>
            </a:r>
            <a:r>
              <a:rPr lang="en-US" sz="3600" dirty="0">
                <a:solidFill>
                  <a:schemeClr val="tx2"/>
                </a:solidFill>
              </a:rPr>
              <a:t> - Processing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186D648F-9D7D-C68D-C2EA-C3C96C09A6FB}"/>
              </a:ext>
            </a:extLst>
          </p:cNvPr>
          <p:cNvSpPr txBox="1"/>
          <p:nvPr/>
        </p:nvSpPr>
        <p:spPr>
          <a:xfrm>
            <a:off x="1501076" y="1059529"/>
            <a:ext cx="68565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Main Methode </a:t>
            </a:r>
            <a:r>
              <a:rPr lang="de-DE" sz="2800" dirty="0"/>
              <a:t>– </a:t>
            </a:r>
            <a:r>
              <a:rPr lang="de-DE" sz="2800" b="1" dirty="0"/>
              <a:t>Startpunkt</a:t>
            </a:r>
            <a:r>
              <a:rPr lang="de-DE" sz="2800" dirty="0"/>
              <a:t> deines Programms</a:t>
            </a:r>
            <a:endParaRPr lang="de-AT" sz="2800" dirty="0"/>
          </a:p>
        </p:txBody>
      </p:sp>
      <p:pic>
        <p:nvPicPr>
          <p:cNvPr id="106" name="Grafik 105">
            <a:extLst>
              <a:ext uri="{FF2B5EF4-FFF2-40B4-BE49-F238E27FC236}">
                <a16:creationId xmlns:a16="http://schemas.microsoft.com/office/drawing/2014/main" id="{662E7556-40CF-A2C9-0772-740E7E8FA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050" y="2177386"/>
            <a:ext cx="3342579" cy="2120293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E62965F-2DF7-153E-B7F7-52EDD4A7CBC1}"/>
              </a:ext>
            </a:extLst>
          </p:cNvPr>
          <p:cNvSpPr txBox="1"/>
          <p:nvPr/>
        </p:nvSpPr>
        <p:spPr>
          <a:xfrm>
            <a:off x="1598496" y="5276259"/>
            <a:ext cx="8761656" cy="963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/>
              <a:t>Es gibt kein </a:t>
            </a:r>
            <a:r>
              <a:rPr lang="de-DE" sz="2000" dirty="0" err="1"/>
              <a:t>draw</a:t>
            </a:r>
            <a:r>
              <a:rPr lang="de-DE" sz="2000" dirty="0"/>
              <a:t>() mehr!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/>
              <a:t>Funktionen definieren wir außerhalb der </a:t>
            </a:r>
            <a:r>
              <a:rPr lang="de-DE" sz="2000" dirty="0" err="1"/>
              <a:t>main</a:t>
            </a:r>
            <a:r>
              <a:rPr lang="de-DE" sz="2000" dirty="0"/>
              <a:t> Klasse (ab Zeile 9)</a:t>
            </a:r>
            <a:endParaRPr lang="de-AT" sz="2000" dirty="0"/>
          </a:p>
        </p:txBody>
      </p:sp>
      <p:pic>
        <p:nvPicPr>
          <p:cNvPr id="4" name="Grafik 3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CA5E7BB3-DC18-E87A-5C14-2A876DCBD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05" y="2043479"/>
            <a:ext cx="7619923" cy="307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66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14609D-69A7-8F13-7EF8-9B445231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233827-01C3-0A2F-151C-6A356C77E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39A2DA8-107F-DD03-3012-F55E7B0C1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6FBFD51-E903-4217-C05E-03ADB074B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BC0EE03-055F-BF5F-FCB8-96E94B333E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0B39A85-C5C7-6900-5380-E905F2A64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8BE618B-BF34-D902-FD6B-03223E8A7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15E1E93-0459-9B99-8033-B28D87C5F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FDA530-BCA5-9840-EF7C-50D4E59CB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DA1906E-56C8-EE0D-E347-F4FEB1A5D6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DD2676B-3E6B-DF0C-FBED-1F51F415E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E352E7-8B92-0055-ED19-A478020F4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7C28D28-2EBC-C155-CBD7-D765AA94F4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55A7323-C370-8956-A555-F52D63FD2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C14F1B2-2F3F-F7CD-B007-BBA8286F8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27FC56A-0ABF-061A-AE54-96046F318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B454E60-A6A4-7C33-15B3-09CAEB972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FA07EF7-2ADE-B8B2-C64F-A8299FF60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6A1077E-980C-A177-2921-CFAA3FFA3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32C1961-9741-6698-2853-D579D2BA5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6D00920-856A-F45E-30E5-CC227BEB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4CEF817-47D2-5E1E-C141-C63A5D32E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EBC5D0D-1637-77FD-06D0-8C1EAF61F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CF316E7-9A5B-B203-FC18-3DFEF7F38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845009D-B124-78D4-F275-B3FBF32C8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846C31E-DC1F-E080-ECFD-A6A3871D9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22B8BA7-9716-DFA7-5529-157CA99DA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0538E3C-48A9-2F88-E122-5AC42AA61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CB70B9-D193-4380-04FA-CBFE16C52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437D808-7452-1B68-667A-B781D6C4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EFDA860-EA70-C35C-445C-F9A4C604A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917720-CC78-739B-6FF2-100ED8941D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2F07C4B-1EA5-64F1-B0B0-072246999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30F146B-F87B-2C49-C35F-8E193A459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5540697-6F2B-D64E-2B10-C325716C8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6DA25FD-FE38-EE57-DB9F-17D920ABC5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BFA84E3-BF35-9C98-55D3-D57231BB6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37EE4E9-FCDC-4A6F-997C-D3B0432B2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AB7041E-926A-9E4D-3625-4E1D4D6C1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A5763C8-064D-FD43-7E04-C7DAABBD9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C7A52E9-5526-6C2F-BC98-AB7741261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121824D-340E-1BC0-EC33-9A3748B70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6851AD7-6A5E-2B95-D1E7-29893716C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CF00BA8-F972-9451-C344-7090B4C7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F143047-24C3-E621-AEC1-8E143FD85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12B9115-FF17-8637-4199-C69BCEB949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3E1FE33-B5C3-109B-65B2-E6AC4A7F5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528A189-449F-5971-54CE-6538CC2F0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DDACCDD-98BB-A516-1CEF-ED94F94AE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8D77ADD-471A-B3F8-C29B-D31E217E5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3069417-7311-1A9E-93E4-CA092CA71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7C1F6B4-C941-801A-17E0-F42F4376F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0BC0CD7-AB74-DDD4-6C1B-B09694CC1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1C3FBC2-4ED1-1F54-69AA-5F3F59AB4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309DE79-FDA8-7C29-8B76-26AA8AA68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797D9BD-0AE6-D81B-9929-3EBCEBB38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1DA9A00-E768-5BED-54F3-9C969E08D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0B54550-9E00-D3E8-E304-EDD329D87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0915E57-10DC-E6EE-3046-ED1715F0F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6B41863-B3B4-5092-C750-95E12EC75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1460B13-28B8-2114-459C-0FBCB0655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7517146-4891-B7DC-4AE2-A7A5CF84C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95474FE-A1D7-EDEA-11C5-228D55802A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ADD33A0-16E4-2784-6F33-493BD187C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42F43AB-F84A-9819-B209-A25545DC9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00B0A79-AC00-96E3-F6C7-21A2209E3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E44111B-458F-01AC-D85C-33CBDC455C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5117B3C-E635-8471-6BCC-46E6567740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F93634D-778C-3360-3B27-B6A6CBB4D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0435FFD-EE7E-F77F-0410-2F21E4519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8B34EA2-4EA8-5F19-6436-87993261E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C24708C-ECB8-ABD7-6840-A621016BA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58CECB2C-E932-577C-284D-BC0313C5A7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ABB8EE4-171E-8383-E3B9-BDE75772B7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E675ABF-BC50-F05F-1A2E-448378ECA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7F940C8-55AC-4859-3A0C-04FA8E946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9D8E251-BD9D-97D8-F572-5EB67F731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4DDD7F1-C7BB-E3EA-4921-9BCC4276D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24E5B2A-CABF-4E59-DFAA-D718A888F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62A7155-F255-DE00-9757-DB31FCB19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40309AC-8F78-CCF1-CE21-1B20C74E9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0A0682FC-ADA9-E818-4DFB-6961CABD7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42A0B78-DA14-B3ED-0420-0DC346E8F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04683BF-3072-1831-88FF-47D773634A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2A2C102-CE47-E20F-04F1-145E6604A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41044BA-C247-6AA8-93CF-D7A1D5FDD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EE3D9CE-0868-41B3-65BE-DAD7E3D6A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9E7C810-87F3-2AAA-D39B-ACD909BADC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05CB9E3-937B-BE33-3F6B-996590DC87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A4B996C-A90C-3204-4E4E-7A8D18466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AADE058-41F5-1530-A838-774006F8E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1BCDCC9-4601-D08A-AA40-0ED92340E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4D67A2F-5110-0329-D08A-0A32DCC2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BF79F3C-3936-005E-BDD0-6B5358441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1156D451-BB25-3A1E-7B25-91D185953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AC7D40F-860C-7287-CAA0-0DF0B2060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189ABE42-D4C8-9C23-47E6-59A9FFA51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50" y="1"/>
            <a:ext cx="12188952" cy="2452880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3" name="Right Triangle 112">
            <a:extLst>
              <a:ext uri="{FF2B5EF4-FFF2-40B4-BE49-F238E27FC236}">
                <a16:creationId xmlns:a16="http://schemas.microsoft.com/office/drawing/2014/main" id="{2D5ED743-76EC-F41F-C5FB-42508C03D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4918297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0DFCD96-DFA3-672E-E684-0410F67BA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A7FC293-5E88-469E-D1ED-E1DF92E50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F578C199-A601-AFA8-255B-CB857A6B6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6DAF68CB-E10A-5BDD-1C79-496370348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08204A92-493F-0985-A126-FCB976C703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863D957C-08B9-5896-C54C-AA9872FC5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2A00E652-1411-D59D-CA1B-D30622369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3DA24B2A-7007-E9C7-D7EC-F7FFD8B66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F3B8CBBA-34DE-3F2C-58E0-49BB21ADC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448D5D0D-563E-85B5-4EBD-85D046FF9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FEED0FBC-D1F5-B9F4-0677-31B3A3A31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D1419930-2E93-31FC-EC74-15E006E041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F5EF43F5-1121-304A-2AAD-44DAB03D6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1791D18-9DC8-E0D8-2542-AEE4E5818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084B3A2D-CF39-08D8-C593-92CA1F76DD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2A889E6-35DC-81F6-7B77-3A2734A924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6A1FAF3-047E-D4CE-EE04-F039E5E7DB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297E498-B704-8024-A8FD-A134E1A5FA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90A750D5-E03C-C410-B8C2-F1AF20E0E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EEE93C09-C7C0-93EB-FFC2-6C50B957E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EE417D4-EF99-38DD-2006-EFE0DF0CA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27EFF943-01A2-967B-0350-432927134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96683EA-137B-7158-13CF-F4FA8CC39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DA299F7-3AFE-1741-5E21-739C02BE6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7770B61-57E3-8726-9B84-B4314054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A1633FED-4E20-D583-AF5A-0A8A3D9640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D0E44A5-8865-9CA6-6CC8-01CA502B5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CEFCAEE8-6E5A-92C0-DB34-E806C72F6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1E469A0-3026-F282-558C-1106360E0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31D29B01-0092-B7A2-D5DC-4056B4FC6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6DC0020B-AE4E-C2A9-508B-04B722D2E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781" y="363087"/>
            <a:ext cx="9329476" cy="46901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dirty="0" err="1">
                <a:solidFill>
                  <a:schemeClr val="tx2"/>
                </a:solidFill>
              </a:rPr>
              <a:t>Vergleich</a:t>
            </a:r>
            <a:r>
              <a:rPr lang="en-US" sz="3600" dirty="0">
                <a:solidFill>
                  <a:schemeClr val="tx2"/>
                </a:solidFill>
              </a:rPr>
              <a:t> </a:t>
            </a:r>
            <a:r>
              <a:rPr lang="en-US" sz="3600" dirty="0" err="1">
                <a:solidFill>
                  <a:schemeClr val="tx2"/>
                </a:solidFill>
              </a:rPr>
              <a:t>Intellij</a:t>
            </a:r>
            <a:r>
              <a:rPr lang="en-US" sz="3600" dirty="0">
                <a:solidFill>
                  <a:schemeClr val="tx2"/>
                </a:solidFill>
              </a:rPr>
              <a:t> - Processing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DF7CB11A-2D68-82F8-8AFD-BBE080B0229C}"/>
              </a:ext>
            </a:extLst>
          </p:cNvPr>
          <p:cNvSpPr txBox="1"/>
          <p:nvPr/>
        </p:nvSpPr>
        <p:spPr>
          <a:xfrm>
            <a:off x="1501076" y="1059529"/>
            <a:ext cx="6856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Ausgabe Kommandozeile</a:t>
            </a:r>
            <a:endParaRPr lang="de-AT" sz="28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9BD96B4-81B9-4F98-150F-50299E53F822}"/>
              </a:ext>
            </a:extLst>
          </p:cNvPr>
          <p:cNvSpPr txBox="1"/>
          <p:nvPr/>
        </p:nvSpPr>
        <p:spPr>
          <a:xfrm>
            <a:off x="2083003" y="4668580"/>
            <a:ext cx="8143875" cy="1425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/>
              <a:t>Mit </a:t>
            </a:r>
            <a:r>
              <a:rPr lang="de-DE" sz="2000" dirty="0" err="1"/>
              <a:t>System.out.println</a:t>
            </a:r>
            <a:r>
              <a:rPr lang="de-DE" sz="2000" dirty="0"/>
              <a:t>(…) wird ein String in der Kommandoleiste erzeugt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/>
              <a:t>Variablen und Strings werden mit einem + verknüpft</a:t>
            </a:r>
            <a:endParaRPr lang="de-AT" sz="200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0060D86-9E4C-2DB4-3572-8CDB03CD9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99" y="1808293"/>
            <a:ext cx="7854223" cy="2233429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F79CC559-CA5E-3A02-DA4F-24D49DC33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637" y="2368114"/>
            <a:ext cx="3058482" cy="71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40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E1CD3B-C892-A609-36DA-E8579D473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1B1304C-BE0B-8CB5-64E7-31741D0FB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C374C0-AECF-BDBF-52CA-B68B7D2F4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759BA6B-AE0F-EDD2-78B2-E0CD4EF67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1829C05-8208-D910-9644-C6CB1AA14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FAF8EC7-5495-A45A-0C99-481FDF346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012F9A-C2B3-D981-455D-E7FF2C40C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3B0D1B-37B8-2F06-D8D8-A1BBD90E1A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032C116-04FA-ED8F-5465-83A3CD63CC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8FA47D-482B-F722-4CC1-77854B126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5917526-E7F6-8037-AC33-D0B68D1BD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AB16E2B-7261-6359-F43B-0F55B42DC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BE4321E-3A60-A41B-ABE3-E05AC90E2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E20533B-666C-07FB-E7A7-12965CB41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8CC3647-EB60-4CFF-4174-509804AA90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5DEDD03-D7CA-DF1A-5960-C1E0FF15F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58218A8-7710-6AC2-A256-151172C68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72C9F3C-1700-0A5A-BBA3-30C6BA9438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6A4E361-8E46-4585-FC0A-A4E6D7027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B24F2D5-7D65-A4BE-20A3-EABEAEE2D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466EC49-987A-080B-64AF-59FAD19FB8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5F0EE50-C9B1-F0F7-E657-062889937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236CCE6-CFDE-891F-5AEC-0C685DD91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5B4FFFE-E6EB-0EDB-67CF-60BAF2B6E6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1000288-D9B9-FDE5-157F-E22F3405B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A93F598-21C3-8A7C-C215-08199F9D36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97A59C5-8939-714A-C455-272B2B042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AFD2341-4645-8553-A138-C5F5799C28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F3E6371-1F48-BBEA-CE6B-13CC0AC18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D5978C9-0B2E-6572-71A5-78614081D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F8DB8C9-42F7-A7B7-CA9E-528CD19F3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4F9DADC-74AC-76F2-A72B-12B89D46A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B392764-F9F9-0F9D-7D77-DCDEDEF17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4233B3D-A14F-9989-A14E-220E29BD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190CCDA-DBF0-5F68-4F7C-A458F2E7A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262A12B-EA8F-80B4-A791-C142808B2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130CCC4-1F5E-5E9B-7B3F-13ABA0FD3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20E63C5-161F-57DD-4619-B2053021E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45A08A2-C56F-14B3-6FC8-B08999AB8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A79F8CE-CD8B-26F3-7793-28187ED94A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5444CD-6D7B-33D8-F55D-9F8FA5E3D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D6D309F-0836-E47D-5F01-40037F9E1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38451BD-6CD7-D375-629A-E40F295EF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4FD9CF4-5D50-2820-5CA9-127853806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DF8E74C-E0E7-143C-66C4-6A6C63F5F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FD6C902-9279-B51B-889B-5CCFB1A93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782E4F4-3E8A-EFC1-34B6-32D6D09D9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54CA3FB-DFDF-AE1A-E143-8689DB97A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EA0A8B6-AE9B-29AE-C79B-6AB3DC39C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D3ED7E6-17E9-2272-CE83-E2097DE5E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E234DFA-BA32-FFD0-328D-53B9A10AF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268063C-FB33-D6E9-352A-410EB383DA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79FA532-DF77-83AF-5A07-2F634E966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20ACF128-3C78-9266-412E-7E5D4252D1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3758E66-81A8-B58C-3615-9FC9EB6F9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3B4079B-FE98-1C73-1269-9A0F3C6820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6D2D8C-916B-3A34-5FB1-6B5097385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CF90531-5873-92D1-6EA9-9E5C4225A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A070AF4-DED8-62BB-6667-6330B6A9C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4809FF7-91C0-7BC9-8197-59E359A1D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507E609-0876-31A1-95B8-CC92A61DD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C09B97C-C314-8A05-0996-A464F77E7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6DCDA0C-55F7-5908-D060-8D3BA7AED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2140A69-5771-2302-ACC9-15AA10499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2E1EBE7-110E-03AF-0225-05463080C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B85C185-DC25-4759-6B9C-D090C251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E16AAB9-92AA-3100-625B-CC8EAC040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B53C2E9-B94B-C9C4-AE3D-5574BDDCF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4576B03-1162-E05B-90FA-C18541A8C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EE94AB8-6C3B-5F1B-553C-6C8854252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2F756F0-F402-3CEF-1CE9-62284AE83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4471AA3-2576-5A67-3CD8-6C60279F91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0C654E7-F850-7C96-F2C0-D4AFDD45A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13B99EE-C736-8801-E374-E6701E167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FE2E5DF-D0A3-220C-6AE8-56596A78A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948D24D-3FEA-D93A-9958-4638D934E1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809E5A1-11C8-33A9-D7C2-6E38F70AEC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3AF7036-D4B0-771E-E373-53286C27D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5B87567-7E6B-5FFA-27A6-CC32BD2DE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2351180-3E19-2894-6C51-DC32549CA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4F384A83-FAD2-A015-AB7A-7B599B7EF9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6DAD823-D788-AC8D-4AAA-C2BDAA7C1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E1EEC9B-F77C-DEDA-915C-AFFB9651D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244DCC8-F8ED-3188-D039-485F1DEF0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2168BC6-FFBE-E24B-5CAC-5257F83D7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84926E2-2369-F563-3248-D0AAB559D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EBEDFF4-DA5C-3CF2-B8AA-341C51443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A2E6E7AE-DA9E-6556-F734-5939040EF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2DF7185-2ECD-5C06-79B8-D42D6315A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B4B2313-14BC-48ED-3B06-ABDDEB019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695515E-388D-8395-4C67-84706266B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D5D0127-EC0A-E20A-370B-1C2F4E441F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840ABFA-6663-7E04-94A4-AEB3675B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ACB1E8FD-1E73-4B45-354D-E4ACA2810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2616E96D-A329-1D74-6093-7AA0C5F5F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125AE1E-F42D-8950-45DD-863D97422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FC22352D-9E9F-2350-F2FE-C39D4C1B8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50" y="1"/>
            <a:ext cx="12188952" cy="2452880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3" name="Right Triangle 112">
            <a:extLst>
              <a:ext uri="{FF2B5EF4-FFF2-40B4-BE49-F238E27FC236}">
                <a16:creationId xmlns:a16="http://schemas.microsoft.com/office/drawing/2014/main" id="{3677CE56-00C0-BC02-4800-E45ED643E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4918297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90F4A39-34A5-DCB1-AB80-A52857CBD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AAD14D2-A486-B2A3-DED7-3F720A28C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A23283B-14A4-2D09-5F2F-34F41FB41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C4D16EF-F82C-CC9D-6C78-E8F768CF2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A626F4B-1793-43A1-CD99-9B1B6BFAE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0485937-FD77-9524-5AEF-A81FD7D97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591AD7E7-FCB2-4E9F-91E0-1D4940823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7E2B11B-0970-3531-296E-29A2FD2AE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76359041-9757-1EC1-D3E6-3A93A248A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A1E8366C-BEF6-664C-7DC8-A32856ADF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B4008B5-7EA8-DC08-9B7C-574D5558C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5E01C88-5A9E-F2B9-B1C2-DB6E533C2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2ED571A-21D4-0D09-88B7-09E711ADBD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3365A1DB-1082-E4BB-FB95-87F6F8780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5134C42-88A3-5FEF-F0BD-9CD7C03C1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11777166-946D-906D-BC63-38320AFC7F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A6FE0E5B-1A21-EB2D-3524-0A294E18E3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281322A-C3F1-1213-9F93-623F27E232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1BC8235-B643-003C-FD4B-C5ED4AF8F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DF567996-AB6A-9822-5EF8-376E3C4E73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782901C-AB1A-D3CB-AA40-A24376601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1DBCF2E9-CD10-46FC-3233-06ACF2CD5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9A526514-686A-EF8E-BA1B-06266C355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F902C73-7645-4990-F08B-6F87F649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FA067684-31B6-14F8-FF46-6601A960E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36BD083-EC35-8537-5684-68E1AE6FC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BD8CA68-C665-E642-84D4-7460E51E0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88FE141-1FE7-DC8C-8826-6D553E41D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F28FD40-D2F4-B774-39A5-D3E569A1E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0798FFD8-5A59-1AA6-977A-423C2E66D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B020538-E1F3-E480-472D-D72DECAA8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781" y="363087"/>
            <a:ext cx="9329476" cy="46901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dirty="0" err="1">
                <a:solidFill>
                  <a:schemeClr val="tx2"/>
                </a:solidFill>
              </a:rPr>
              <a:t>Vergleich</a:t>
            </a:r>
            <a:r>
              <a:rPr lang="en-US" sz="3600" dirty="0">
                <a:solidFill>
                  <a:schemeClr val="tx2"/>
                </a:solidFill>
              </a:rPr>
              <a:t> </a:t>
            </a:r>
            <a:r>
              <a:rPr lang="en-US" sz="3600" dirty="0" err="1">
                <a:solidFill>
                  <a:schemeClr val="tx2"/>
                </a:solidFill>
              </a:rPr>
              <a:t>Intellij</a:t>
            </a:r>
            <a:r>
              <a:rPr lang="en-US" sz="3600" dirty="0">
                <a:solidFill>
                  <a:schemeClr val="tx2"/>
                </a:solidFill>
              </a:rPr>
              <a:t> - Processing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7038D30A-E1A0-C6EC-5A11-C3AA97C9EEC1}"/>
              </a:ext>
            </a:extLst>
          </p:cNvPr>
          <p:cNvSpPr txBox="1"/>
          <p:nvPr/>
        </p:nvSpPr>
        <p:spPr>
          <a:xfrm>
            <a:off x="1501076" y="1059529"/>
            <a:ext cx="6856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Funktionen</a:t>
            </a:r>
            <a:endParaRPr lang="de-AT" sz="28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C93FB2C-DC08-8405-2CE6-018A7355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076" y="2189153"/>
            <a:ext cx="9340372" cy="754516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5211E71-B64F-8ABD-71A4-57BF3567E327}"/>
              </a:ext>
            </a:extLst>
          </p:cNvPr>
          <p:cNvSpPr txBox="1"/>
          <p:nvPr/>
        </p:nvSpPr>
        <p:spPr>
          <a:xfrm>
            <a:off x="2000250" y="3495674"/>
            <a:ext cx="8143875" cy="2810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/>
              <a:t>Wie in </a:t>
            </a:r>
            <a:r>
              <a:rPr lang="de-DE" sz="2000" dirty="0" err="1"/>
              <a:t>processing</a:t>
            </a:r>
            <a:r>
              <a:rPr lang="de-DE" sz="2000" dirty="0"/>
              <a:t>, aber </a:t>
            </a:r>
            <a:r>
              <a:rPr lang="de-DE" sz="2000" b="1" dirty="0" err="1"/>
              <a:t>public</a:t>
            </a:r>
            <a:r>
              <a:rPr lang="de-DE" sz="2000" dirty="0"/>
              <a:t> und </a:t>
            </a:r>
            <a:r>
              <a:rPr lang="de-DE" sz="2000" b="1" dirty="0" err="1"/>
              <a:t>static</a:t>
            </a:r>
            <a:r>
              <a:rPr lang="de-DE" sz="2000" dirty="0"/>
              <a:t> muss davor geschrieben werden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 err="1"/>
              <a:t>public</a:t>
            </a:r>
            <a:r>
              <a:rPr lang="de-DE" sz="2000" dirty="0"/>
              <a:t> – Funktionen sind öffentlich, d.h. von jeder Klasse aus erreichbar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AT" sz="2000" dirty="0" err="1"/>
              <a:t>static</a:t>
            </a:r>
            <a:r>
              <a:rPr lang="de-AT" sz="2000" dirty="0"/>
              <a:t> braucht man, da die Funktion nicht an ein Objekt einer Klasse gebunden ist</a:t>
            </a:r>
          </a:p>
        </p:txBody>
      </p:sp>
    </p:spTree>
    <p:extLst>
      <p:ext uri="{BB962C8B-B14F-4D97-AF65-F5344CB8AC3E}">
        <p14:creationId xmlns:p14="http://schemas.microsoft.com/office/powerpoint/2010/main" val="3412600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7593A-2C55-33F8-4A2F-A25E95946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F5E82B-1AF7-7FE3-4540-28AD8249D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8D26460-85FB-D759-46B8-FEA32EFF1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D41512B-055A-6BD5-6D4E-C2984CA95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28FF329-D3DA-A89E-B46C-F798DADAC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11BA00D-721A-7593-E462-4EAC19075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7A4C75D-8E67-537B-AC95-94DDB1D64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8779A40-8A70-C4CC-ACFD-8E5C38362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8DE2E8-3CA1-935E-7B8A-20F34DE37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637E547-1B74-2DCB-FBAB-BCC50E88B6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B8D8313-F50C-DC1E-A6E7-EDD88025A3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436DBEA-DEDD-F2E2-B52D-828B29633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5B6C615-2707-844E-8851-A9A8E15EB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B43FF07-2605-3EB6-24FE-2976B7E53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A05CCE0-48A0-D7F7-12CF-B661E3DAF7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7113A78-39AD-1E81-A872-5D7F11A6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31C8F46-FDDE-6AF2-12DD-A299A6651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1FE4C91-1FEE-C296-9D75-89ED3906F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9D3F762-CA5C-5E99-8767-8D5DC3DA73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E1332D-7013-4BFA-658C-2A56A1948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ACBDD8-460F-3B5B-CEF9-8A5B22DDC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68FCFB9-AFBE-DAD9-0EA9-1024E8B3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80939AA-AFBE-CF93-BC1C-7D611B3F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E38F254-6677-3AD6-3FCE-5051308B5B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06F9440-6DA4-1140-49D2-BA8641B0C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5DA4BE-4EFC-48C8-7528-6195A97C9A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F64CD29-448D-24D0-63CD-7482AA06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EEBE64A-5502-6E9B-B483-ACA4822C4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C1DA745-F779-3179-92EA-07FE2131C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CDF5281-2F2B-151C-6001-268424B04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8431B8D-01E1-AF20-426B-17B51E710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FE90CC4-A301-4FD1-929B-BB3D0CB5D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233978B-67E0-1CD8-4ADB-7A0E904BD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A456F52-4D0E-EBC7-58CB-32440FB1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7E08095-91D2-12B3-5AEA-FFE1FB413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7919783-479E-CA33-8BB3-080F7AC1E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AC5CFE5-8ED6-93E0-2D57-0EC66F8DB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96BE139-B9A3-C248-CB55-DAF47A27B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40034E0-9CAD-6ED8-73C5-B1FEF1D69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9ABF7A7-4763-4DDC-DCCB-F0D932966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75DC7FC-4F6C-3050-4DBC-B094E4569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FCABF1A-F9E7-21B0-3E74-DFEF9E90C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4881B6F-B73D-A21F-DBE7-72CEFAA7C7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2AEFCB9-8078-5E3F-9EC8-3C100B031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28DDE00-255E-990A-8A54-8C566EF7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8C2298A-B673-FB29-A9B2-954EA9B58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75947A3-59AF-8255-80E2-96A3E1A5D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7B1DFF1-996A-95FF-021E-AD4E10AAE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F80EB48-0B74-96CF-C726-AD1F967F8A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70A8622-79C5-A4C0-D48E-B63CA69F4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1F473CC-3DE8-5D0A-6B29-8FD98D4A97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8CA1970-0835-39AC-8169-DEC492B46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0735FC2-3943-2DFE-6A86-88CC4BD2D2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C1BC680-4970-785A-A1BF-9CD4E09A6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B1041F5-8119-A4D6-776A-B192F30B6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BF8969B-AB96-439E-2D36-560F26176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C725793-1052-31A3-843E-0D555A160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79FF2B6-70B3-00BC-F137-F27EB735D2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C8B1FD8-1602-0AC0-0CC2-823B5ED2F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2B17C73-7449-0B24-4509-40B3414CD0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0C0C9D9-95CE-4BC1-C1D0-CD8DE9613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9BD313A-B0EB-8AAD-4337-C3C5A8A7D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870E76D-D424-3F59-8880-FACD79B11B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A0A3D54-F5ED-463B-46F9-0D23F995B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BE56A1A-F696-F23F-E422-0751C6DAE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87EE03F-2269-D7B4-5F6B-1F883B393C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E8CA68F-E33A-1D20-8734-7F9F84232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173F957-668D-E293-A507-1F3FFFDF7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82957F0-9101-9F08-5DFA-3F45A0B17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1FAFE96-658C-E2A6-C5EB-516093D51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DDED9A3-7881-4587-28B6-2FAF0FBD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51E447F-54B1-8E3C-3EB6-04B089174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74A41B34-8214-E3F3-8510-C288DD66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6DEE6E1-5BF5-52EA-BACF-B2BA4397C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A247386-3A3F-F9BB-DECD-A54D99A60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AF9EAA2-B80A-9A2B-0DE3-1090480DC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76E9A11-A2EB-DD5C-0DF0-3CBCE15B24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AAB3608-822E-0FBF-FB5D-3B535E8BF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322874D-9E4E-639D-1D83-68188D300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8A25D62-0190-0A2E-B66A-4E4831AB9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993FA04-7BAF-A735-28D2-203C9A53D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8D1E4EB-EFDC-B8C3-6853-3A8F28654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A8E4BCB-EE0E-5DA7-C8D6-749B7C22DA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9FB116B-4B85-D538-1B4F-C26C54258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F92D8AF-262B-F14F-AA60-F2123081D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E2CA2E-0555-3A7D-7561-0CA26BBBE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9288EBF-A346-FE4F-9ABC-F120591F3A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0BF71DF-8B1F-3092-819E-444BDB5CC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C48C078-3BBA-0AD1-B7C4-951760433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AD308D6-F755-B443-9613-FB11378F8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89AD5A2-4589-34F4-C14C-4BA086851F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6289BA0-3B86-2800-1DBE-B7335B5ED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215E1B2-5D97-417C-ACA5-17D544188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6D07B85-174E-5BFF-9EE2-22E13B9DC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5D63B53C-86E3-8420-117F-275F76C8C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23844A9-E94C-77CA-36F5-53A54CE75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88EDBCAD-0B3A-19B7-777A-F94785714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50" y="1"/>
            <a:ext cx="12188952" cy="2452880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3" name="Right Triangle 112">
            <a:extLst>
              <a:ext uri="{FF2B5EF4-FFF2-40B4-BE49-F238E27FC236}">
                <a16:creationId xmlns:a16="http://schemas.microsoft.com/office/drawing/2014/main" id="{6EBD0D99-C3EA-5A7D-F355-08344AAC6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4918297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C83161B-44B6-0244-D1EB-2FBDBBA78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9CD0B5D-D8AB-293E-E6E7-DF804421E1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8D2558C-A92C-5618-5B23-F2075572A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33041FD5-0563-8B5A-FC3B-3E1237A335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08C8496C-9672-BF3D-96B5-C7341993F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25B6FEE-2180-5521-E10D-0F9C3181A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AD3A88C9-CCF1-3786-366E-F411387AE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9BCA6B07-A531-E324-74D1-EA349DD8B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77B16C9-4606-00C1-DC0B-07C9E2681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AC2B0C34-4C7F-4C33-0646-95F15150C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A639BA31-ACCE-867F-F9D4-149CC21CA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F3AC081-55E3-8CE9-B17C-FD2C196F9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4AEA3ED-75B7-6F41-79C6-BC3CAE659D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7A2C18F8-534A-1D81-CAD8-7EF86B12A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B93F9724-85C6-0B29-C1FE-0366535AC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49714ABB-C453-5CFB-3D62-51EEED356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FB275FF6-7F6D-3D96-EF1B-3F502DD08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7075399-0B3E-98D2-5C84-CA9185CF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E6E88CA4-5C35-4385-D4FF-BD7B9910E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A1D6F246-EBDC-7B66-9170-9E43FD664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C69BFA3-371F-C0B6-E2BA-395872BBC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116B1EF-B81D-467E-47C2-4DFCEC822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98A7E622-50E4-AD9C-0EC3-BB68CCBB2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07E2951F-6D14-36A4-7CBD-7876C972E7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1F11673-B9E8-0B86-CFC8-1D22F0415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CF6EAE97-D2D5-D2E8-20F0-D23724EB1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817671A8-43FB-E9FD-529D-F5EE4ABE2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CC7D4F86-114C-D1C6-2AFB-38083B73B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944440C-74AD-3FF3-1502-57BB7A659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EB1D02A-2A39-7969-A8CC-A318BFDAF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F879DC5E-4523-77D2-436F-557B18798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781" y="363087"/>
            <a:ext cx="9329476" cy="46901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dirty="0" err="1">
                <a:solidFill>
                  <a:schemeClr val="tx2"/>
                </a:solidFill>
              </a:rPr>
              <a:t>Vergleich</a:t>
            </a:r>
            <a:r>
              <a:rPr lang="en-US" sz="3600" dirty="0">
                <a:solidFill>
                  <a:schemeClr val="tx2"/>
                </a:solidFill>
              </a:rPr>
              <a:t> </a:t>
            </a:r>
            <a:r>
              <a:rPr lang="en-US" sz="3600" dirty="0" err="1">
                <a:solidFill>
                  <a:schemeClr val="tx2"/>
                </a:solidFill>
              </a:rPr>
              <a:t>Intellij</a:t>
            </a:r>
            <a:r>
              <a:rPr lang="en-US" sz="3600" dirty="0">
                <a:solidFill>
                  <a:schemeClr val="tx2"/>
                </a:solidFill>
              </a:rPr>
              <a:t> - Processing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7FFFE45F-CDE0-EB1C-CECE-E8F0010A200D}"/>
              </a:ext>
            </a:extLst>
          </p:cNvPr>
          <p:cNvSpPr txBox="1"/>
          <p:nvPr/>
        </p:nvSpPr>
        <p:spPr>
          <a:xfrm>
            <a:off x="1234376" y="1321041"/>
            <a:ext cx="6856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File Struktur</a:t>
            </a:r>
            <a:endParaRPr lang="de-AT" sz="28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775365C-06F0-5A54-DF32-674385398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314" y="2277453"/>
            <a:ext cx="4548087" cy="396123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B36DA00-7427-D55D-4CA1-A4BA18332BD6}"/>
              </a:ext>
            </a:extLst>
          </p:cNvPr>
          <p:cNvSpPr txBox="1"/>
          <p:nvPr/>
        </p:nvSpPr>
        <p:spPr>
          <a:xfrm>
            <a:off x="6324600" y="2277454"/>
            <a:ext cx="523951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Sehr, sehr viele </a:t>
            </a:r>
            <a:r>
              <a:rPr lang="de-DE" sz="2000" dirty="0" err="1"/>
              <a:t>files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Wir arbeiten nur im </a:t>
            </a:r>
            <a:r>
              <a:rPr lang="de-DE" sz="2000" b="1" dirty="0"/>
              <a:t>/</a:t>
            </a:r>
            <a:r>
              <a:rPr lang="de-DE" sz="2000" b="1" dirty="0" err="1"/>
              <a:t>src</a:t>
            </a:r>
            <a:r>
              <a:rPr lang="de-DE" sz="2000" b="1" dirty="0"/>
              <a:t> Ordner </a:t>
            </a:r>
            <a:r>
              <a:rPr lang="de-DE" sz="2000" dirty="0"/>
              <a:t>(Source)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im File </a:t>
            </a:r>
            <a:r>
              <a:rPr lang="de-DE" sz="2000" b="1" dirty="0" err="1"/>
              <a:t>Main.Java</a:t>
            </a:r>
            <a:endParaRPr lang="de-AT" sz="2000" b="1" dirty="0"/>
          </a:p>
        </p:txBody>
      </p:sp>
    </p:spTree>
    <p:extLst>
      <p:ext uri="{BB962C8B-B14F-4D97-AF65-F5344CB8AC3E}">
        <p14:creationId xmlns:p14="http://schemas.microsoft.com/office/powerpoint/2010/main" val="12623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1F5FF3-9BA5-0987-9EAD-22F64AFB8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F5470E-9EA5-67F3-CFC9-1B0B4FCE7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676E87B-22C2-92AE-E4AD-CADE6F9BB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348E538-F75C-4BE0-0669-E3401AC90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78B6023-D9E7-E2DA-F543-04D770992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7C0E27-975B-1834-2761-E1FEA48D2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5B5982D-DB22-1D7A-2CBC-BD463C2CF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D188285-894C-1975-18C4-295FEA1739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D99C71F-0BFC-5078-D951-B2CD2FDF7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ABD6C8B-2913-4F77-DDDF-A7874B1B1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03E1B69-E1E4-279A-490C-3ED8D95DF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D72E5CB-23CC-C84A-926B-D41631958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8B0284F-C811-E9CC-61CA-7D02F7B3B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90E9313-14CE-8306-5739-739488B5E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5AF2104-E602-0B94-691B-FA866666F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9E6B477-801D-98AD-B1DE-319681A36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4492E5-507C-6378-4C66-D6A5FD61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D5CA30A-7A4B-87BD-86BF-3BF02FCB8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D0B4423-3E38-6EF8-5C80-4B430A1C1A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2D69E97-C207-CC36-284A-14954B37E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0064A1A-D859-18C3-2DBC-FAD0F8A28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C50292E-7AA7-5268-0812-DDB5B6C8C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434FAEA-0999-EEAC-9025-9CD4CB847A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DAC7FB-4878-1EA6-31CA-78D9A4B0EB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4644F88-9007-A412-3EB9-E288422823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9F854BF-469F-098C-22E2-0E2191DDC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D20C197-5912-1A63-59FB-25C2003BB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AC20FE6-E5ED-5988-969F-7A41951DC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0B67CEB-1251-A266-FD66-100166191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E44B5CC-50A0-517F-037F-8D889F1BB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FE0FFCF-C06D-6565-0028-0AF5C68B3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DE27999-2A80-645C-AE1F-6DC3F83FB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4B0BC6C-B221-C8BF-948A-CC129778B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F8A371-B68F-5520-2440-323E17D5A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F50B73F-23D9-D993-27A4-048A8DF78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3D18ACF-CA33-8743-65E1-0F19181BD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BCC2A04-D423-35BA-4C56-D0AF5A189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0A1AA96-F47F-04D9-094F-52C1D8EFE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5CC84AC-6334-8E60-F387-497F7B9305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40E9E61-A68F-2EEA-A0FB-25B22C34E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E9150A8-860B-E5AC-75C6-E7E2586B2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04E5A23-494E-AB65-40FE-0A54800385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87B1DA1-AF81-CCB5-F541-1333904144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9DDDB52-0D09-2481-939B-460691677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44E1014-1DB1-77FC-638F-21CF33A72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5E7E0B5-B199-2652-721A-F2B31DDFB0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1E06AC9-6B4A-5AB5-0AF8-C0EBCD3F6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8CBD935-31DE-BAD7-A5AF-1E2C3EDF9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4845BBF-4DDB-6337-C78C-473CF9993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79F599F-A87D-A005-0F4D-D525CE45E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CDC405F-13EC-15B4-1D85-7D0CC0A6B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47D9F6B-DCB1-49FB-5423-0EADE702C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B8C02A9-3075-AD4F-575C-1E2145E350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C30D307-12E2-4DC9-D5C2-55A6E2125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D928E57-D258-73CA-9553-6D041513C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100CCD4-D970-5BF7-355E-548BEEEAA7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0E77499-B1B3-2E9F-EBAD-10C8545FE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9DD932F-5C47-74AC-2A32-87979B4DD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75E8CDD-5F85-B9B2-D155-C66FEEE8E7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C6B3A6E-2281-4CBA-233B-C0222A0A6F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8FEB33A-B165-4470-0222-FEFD9B934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66911277-1BFE-C81B-3DB1-CB043A780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9916E64-BAD3-2D9D-1F72-FC702237D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4473ACE-29C0-F9DE-9AD6-CAB7A0562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7325DB2-F068-895E-2C81-D18E4E571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C1D11C1-399A-4B15-9D77-9E97AD6CE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AC795A4-5323-1E91-900F-EF36B710F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4618002-63AF-8949-B826-9739219C8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FAEB298-A9FF-2CC2-C135-FC474F84B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22B626F-DDBA-F2B7-5EF6-7294E6627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8FC3921-B625-6BF7-116B-D1BC288FF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A8109C9-0ED8-56D4-0CC3-37C99575F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C790BED-1DC1-F2E5-97BE-43126A2B68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62FAFA8-E015-DC01-EB8E-F0DD6BF1F9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E689A62-D23F-516A-5019-46DCD252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5FBC763-06C3-018C-A994-EBED0472D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1EF9ABC-2022-620D-489C-B40EBF4D2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83AB0AB-E160-6D3C-411F-7235112B2F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526440A-A63A-FFD0-E741-2F7E3F036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5FC11AE-1DB2-A813-EA4D-CA4BA76EA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2CC23DD-8701-1DC7-A169-520FA3B3A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3EFC4BB-FEC9-4887-D27E-4C97A9089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E20BEFE-41F5-EED5-FA4A-46F84C160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6689E31-E7A0-9965-FF63-6F253B85EA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DD8C254-549B-2DF9-346F-4C95473AC5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659DAE7-00A8-45A1-B1C1-351709DA7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A17EFECC-A0DC-7B93-5D35-88669A1A11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3E6BFBB6-E2F2-A01E-D621-FFAC97D50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1A4CC15B-333E-DE54-F0CA-5F800CEDA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DACC202-24DA-B238-CE7A-13675B24A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D857F3C-8986-84D6-6D1C-6A7695AEF9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6C31A10-B910-6AE2-3584-95889CFAF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6EF883E1-C321-76B6-4AD4-C93A479DD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0D69009-1DB2-B486-4EB5-7127E8CB2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22D1C872-5F14-B313-4ECA-34C8693F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FBE9260-BAD6-B546-0858-9B3C69ED0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E34723E7-7B22-C08E-3053-99960AA2F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50" y="1"/>
            <a:ext cx="12188952" cy="2452880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3" name="Right Triangle 112">
            <a:extLst>
              <a:ext uri="{FF2B5EF4-FFF2-40B4-BE49-F238E27FC236}">
                <a16:creationId xmlns:a16="http://schemas.microsoft.com/office/drawing/2014/main" id="{3D6BF49D-57F0-E881-09A4-A2D1C9262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4918297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B597D3B-64DC-3002-E8D9-6DE0012EE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D5318275-43FE-AB12-CCA1-3E3D27AA9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C6567CD-48AB-7405-2C64-C396FAE3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B63EF47F-D720-E2EC-EFC9-03D8FA123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68FD87E-918F-4C27-D1B9-91DF8D243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D9DE2E00-ED8E-D110-CAA1-483582C4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864F7CF7-1775-EB5B-2814-6F69F1F9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9499B961-F148-4FF3-7A62-884D6C6E7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006E020-DF4E-8173-0705-E1CEDC511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124F916-62EE-3BBC-6E7D-B634AB03D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D7371AE7-E122-B5ED-431B-554F19E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47EAA184-9041-CEA6-C523-A36261279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D1B5F41-E515-EA9A-E2CF-859F9F2E1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EE780C9-B558-B8BE-C790-8968C7334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8EC0A8FA-91D6-090B-923C-2E8076F4B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F312AE2-EB10-54DF-0DD0-D4F3B84ED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57C0F066-A975-2F18-E2FF-CA43FB0708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44436289-DDBF-F195-865B-9858DFCE49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ADF10C3E-50A7-BA9C-1E12-4625C3D3A1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B1BC590-8FF9-F0EF-A688-0F21EEABC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592D83E-C941-6097-8CA3-4B4B290E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BF7E2AA6-4B27-F526-AC47-A3DD211FF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11115260-FD47-F10F-A3D0-2F1BB1D50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AD9B145-76F2-464D-F1E7-ABEAD5C08A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73D50C2-3383-84DD-F8AE-7EDA6C306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C3DC7B4C-4636-B094-EB71-E00E5424E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AE33E14-8937-0609-F2FD-D4E3AAB0D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D451CC9E-F400-ACE6-ADF6-A250A408F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E20AA78A-950E-D577-CA4B-E79C48E06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72D959B-7E7E-8A17-BCAB-944CDA715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AC38786-B6F3-F26C-76A4-523BE183B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55" y="120524"/>
            <a:ext cx="10509693" cy="128746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>
                <a:solidFill>
                  <a:schemeClr val="tx2"/>
                </a:solidFill>
              </a:rPr>
              <a:t>Neues Projekt </a:t>
            </a:r>
            <a:r>
              <a:rPr lang="en-US" sz="5400" dirty="0" err="1">
                <a:solidFill>
                  <a:schemeClr val="tx2"/>
                </a:solidFill>
              </a:rPr>
              <a:t>anlegen</a:t>
            </a:r>
            <a:r>
              <a:rPr lang="en-US" sz="5400" dirty="0">
                <a:solidFill>
                  <a:schemeClr val="tx2"/>
                </a:solidFill>
              </a:rPr>
              <a:t> - </a:t>
            </a:r>
            <a:r>
              <a:rPr lang="en-US" sz="5400" dirty="0" err="1">
                <a:solidFill>
                  <a:schemeClr val="tx2"/>
                </a:solidFill>
              </a:rPr>
              <a:t>Intellij</a:t>
            </a:r>
            <a:endParaRPr lang="en-US" sz="5400" dirty="0">
              <a:solidFill>
                <a:schemeClr val="tx2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A38624D-5798-C224-DF9A-34E09C79A1C7}"/>
              </a:ext>
            </a:extLst>
          </p:cNvPr>
          <p:cNvSpPr txBox="1"/>
          <p:nvPr/>
        </p:nvSpPr>
        <p:spPr>
          <a:xfrm>
            <a:off x="1485900" y="2452882"/>
            <a:ext cx="9217152" cy="3907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sz="2400" dirty="0" err="1"/>
              <a:t>Intellij</a:t>
            </a:r>
            <a:r>
              <a:rPr lang="de-DE" sz="2400" dirty="0"/>
              <a:t> starten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sz="2400" dirty="0"/>
              <a:t>New Projekt (Burger </a:t>
            </a:r>
            <a:r>
              <a:rPr lang="de-DE" sz="2400" dirty="0" err="1"/>
              <a:t>menu</a:t>
            </a:r>
            <a:r>
              <a:rPr lang="de-DE" sz="2400" dirty="0"/>
              <a:t> -&gt; File -&gt; New -&gt; Projekt)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sz="2400" dirty="0"/>
              <a:t>Links muss Java ausgewählt sein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sz="2400" dirty="0"/>
              <a:t>Rechts Name vergeben  und JDK (Java Development Kit) auswählen  </a:t>
            </a:r>
            <a:r>
              <a:rPr lang="de-DE" sz="2400" dirty="0" err="1"/>
              <a:t>z.B</a:t>
            </a:r>
            <a:r>
              <a:rPr lang="de-DE" sz="2400" dirty="0"/>
              <a:t> Version 24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sz="2400" dirty="0"/>
              <a:t>Wenn keine JDK vorgeschlagen wird -&gt; Download JDK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de-DE" sz="2400" dirty="0"/>
              <a:t>Und mit </a:t>
            </a:r>
            <a:r>
              <a:rPr lang="de-DE" sz="2400" dirty="0" err="1"/>
              <a:t>creat</a:t>
            </a:r>
            <a:r>
              <a:rPr lang="de-DE" sz="2400" dirty="0"/>
              <a:t> wird das Projekt erstellt</a:t>
            </a:r>
            <a:endParaRPr lang="de-AT" sz="2400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9038FECD-C27D-6536-08EB-912A0194A34B}"/>
              </a:ext>
            </a:extLst>
          </p:cNvPr>
          <p:cNvSpPr txBox="1">
            <a:spLocks/>
          </p:cNvSpPr>
          <p:nvPr/>
        </p:nvSpPr>
        <p:spPr>
          <a:xfrm>
            <a:off x="634055" y="1000274"/>
            <a:ext cx="10509693" cy="1287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 err="1">
                <a:solidFill>
                  <a:schemeClr val="tx2"/>
                </a:solidFill>
              </a:rPr>
              <a:t>Anleitung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631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B65755-820A-063A-0145-F8A301E4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EFE5C4A-18CC-749A-D0D4-962885364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A6329D8-AE77-6241-FB01-962CE204D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365490E-B93A-8AEC-1F1C-17692ACE38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C4C290-4B6E-29B8-655A-CE0CCE211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851259B-922A-AAEA-F015-55A7AB713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F1DC132-88FE-DBF7-E788-F2CC50F97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60DF45E-CE8A-D188-4FC2-88E92585E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1D1DD0F-B36B-C5C8-8A40-7C2EFAFAA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BECAFC2-988D-1E63-2D60-3C4A453BA9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6995CB3-C777-881B-C162-F2B627E24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B76FC87-6399-15BB-2AA6-064188DF8E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004D1F8-C366-E708-53FA-087D12EBDF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6926686-CD85-0462-FDAA-61636E1D3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97F1A34-9DEC-346D-3FA4-B8DA9D988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F8D1C26-4235-0744-0C52-21E8EEB61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FBD9E5F-050A-3C61-5D39-A086AADF9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8286E6A-4652-985B-99F5-D03655FC6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AEF028F-B276-A007-B36F-4DB217B5E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E0DFE05-9D36-9E43-57A4-078551DF9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7898E96-9837-BB5A-1017-C702E4C27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7F33197-6A75-56D4-80F8-2EB0D08FA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8B00C9D-9281-7840-E162-2F57C94672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095DBCA-2FF5-3B95-C6F8-0B9089ACC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BE077D6-1B0E-7C3E-0326-BE6FC65265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A0113B4-DD33-0FDA-639D-23B3D1EE6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F08155A-F60A-FD93-80F5-33520054C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09E2717-0D3D-7DB0-945A-885816DB7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2856342-CC71-EA9B-A2CF-076F4AD23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5B520CA-1771-F869-1ECB-01B90440D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239D20A-2203-485D-98EE-0B7330DDB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A55B257-8038-374C-455B-A3AFA49D76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BA45EA9-31B6-5422-99B5-BED8FA12E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9DC13B4D-91F3-34E6-685B-33D67E92A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593A9D4-7AC5-7932-26C9-1F028002F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E668F46-58D7-EE3E-215A-FF3114999C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347DDA8-E20B-745E-F0B9-0A600D1E5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B4CC9A6-0EDE-0CA2-0B88-4FBE35B8F2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1ABC44A-2440-7096-FA88-BA26F10A44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3DEBA52-9A7B-5E09-FDA4-CE36E8257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FAAFE5-E91D-3F6B-6189-F34BC23F0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7BFE7AA-F42F-72C9-DD88-47320CD12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9584D15-B706-0023-B92B-03AD6779B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7E66EBE-91E1-014D-C059-0A429FDC3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14FA3C8-65D5-E268-787D-337C9D4AC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B36FBDB-2AD2-94C5-5ED6-FF9DD86B0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A874382-3B47-C0F6-4F77-9AE39266E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1597EC5-CF36-A5EB-DC17-44969476B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3D2E888-440C-814E-DAE9-0F07D11A1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6532798-3343-F242-5D72-BEE8740E1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2C9A697-C9BF-58B5-6B99-307E1FBDF8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414A9EB-AF13-F640-EBA6-ECEA90586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A34E965-EFCE-71ED-140B-CE37B51D1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34E0879-2B89-E157-904A-DC3D56B989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F94F8A6-968C-9244-62AA-72A6FC3BC1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54F3343A-62A6-D272-760E-222BC7AFC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9D7EA3A-4B3B-D286-1A43-184229B6A1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1E926FF-09F1-2670-8CC3-9F0357F82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7AC2C52-C7E2-3948-2498-736F2FA91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248AB45-D368-63DE-DC33-8247E5365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10ECA1C-32B2-C993-A7A3-1FCADD988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2CA47B7-C2D9-A82C-0326-860A58386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CD46029-B655-0333-8072-514FF1F83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84B10A2-A670-C84C-6BE5-2F8CD20B68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CDA92DF-14D7-C01F-B49D-381D71497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FFA6B29-5456-2957-611B-0A8A389F3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0F6A977-191B-BBA6-0481-703FBDA5C6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2C1D990-2640-24C7-CC08-EE70B9B33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D43C436-654C-44DB-9F04-ADACE7E1D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432CA0B-12BB-2AA4-4104-87C17AC87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D66DDA2-962F-FB45-662C-07F731BAD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269D113-E744-87CC-C60F-B0B99CE62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0063698-FE0F-57EE-4B83-492EC8256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078C21E-6098-BD3A-A93E-D7974DD580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FC65C08-F702-5A99-7A93-FAB71F782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1F4A4B88-28A9-58B0-BCF6-10631CF33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278CB04-3A3E-EE58-C024-DCD10D8017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C29A006-CC13-C852-BB97-623AB1076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549DE85-16E7-79AF-C427-70BABE349A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496BFE9-33F1-A8CA-DE7C-5EDF45A49F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D4790CD-E3D0-01C1-843B-63C4167D3C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1DC7AA7-ED02-B72B-5276-4C3457AC3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1677AE2-19FF-0102-7A9F-DE5A15C59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562110C-5477-39EB-B2B8-E2B0C1000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35A45B4-9DB4-2AFC-D75A-1D75AA3107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46743AD-B6D3-4490-F275-3E0775E5FE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338062F-DE07-C33B-603B-547DC0633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1C29AA9-8629-ECEA-244F-CC9AC29D8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96C299E-075B-2C6E-0F4B-2F9E9199E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29C7D92F-CECD-35E5-C3D8-0D8FCE902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0517011-BCBB-4F6C-85E8-40F1C7353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D4FA50F-4D2A-E4A4-2A32-050BAD235A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F4F4BB4-0522-AFA7-F76E-AA9A8AD32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916B05EF-E18D-AC41-09AD-821A9747C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0565473A-12FD-4735-A1A1-3C6A0CA81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0C024C2-828F-906C-8751-8AFA69AF5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78051AD3-926B-ACF1-90BF-03E42B8CC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50" y="1"/>
            <a:ext cx="12188952" cy="2452880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3" name="Right Triangle 112">
            <a:extLst>
              <a:ext uri="{FF2B5EF4-FFF2-40B4-BE49-F238E27FC236}">
                <a16:creationId xmlns:a16="http://schemas.microsoft.com/office/drawing/2014/main" id="{E9566B6D-26F5-45DA-7A7C-545856656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4918297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AC74C6E-CA0F-790F-2507-91122039F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409732D0-7146-BFF8-7FA8-14DB9D74DD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8DA4AE1C-F12A-124B-6375-7997E068A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C9CC537-D4C6-70C6-9840-203C8A14E0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F7ACCA20-256C-B1E2-0C6F-364F897EA4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93BCC15A-B4AB-A086-028A-BB66CFDD3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B558262A-6E34-5999-A9B0-CBEFE1AAC8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B4772CF-7530-B296-C54F-6F01B3550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620DB335-A009-EA60-8749-BF59895B5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16ABB509-A867-AF53-3033-4AAF61E90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CECD661-9112-68B4-96EA-7DBEA93CB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4C7B4F2A-DD1C-FB0F-C28A-10074B52E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E183FB7-8416-4770-2CFD-39FA423DF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488CD8E-0876-5CB1-D704-54AE1876AA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2A98430-5C7C-D960-F6D8-8F7C2E71A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E8DE2C17-7A73-6941-B00F-06C57FA69D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4974C862-8831-40BE-934A-A97288A399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6687C7B-A0B8-9CD3-7AF7-0BE7D1EE56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81224647-26E8-8AF1-6878-209A67EA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9BFF327-EACD-B20A-35D6-2C47B2FBB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847AE59-ABFF-8C65-FC16-03E2D6EE3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2B074BC-AB50-2B8C-0D98-9052C1E9B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7C3C9A6-B3F8-B32C-790F-AE398860C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DAD472D-48BD-73A4-268A-A0A1C103A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45C031D-8751-EC58-BB60-A597D902E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2008305-9826-D6DB-7473-16A7E34F3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2088E225-9988-5359-548F-F0B16CBB5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0DA2041C-5891-66F3-B137-28D1C2999D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80CF5BB-A999-F0F9-7F2A-D8227EEAD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8E438A84-7529-CE02-98FB-C4BF894CF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Grafik 6">
            <a:extLst>
              <a:ext uri="{FF2B5EF4-FFF2-40B4-BE49-F238E27FC236}">
                <a16:creationId xmlns:a16="http://schemas.microsoft.com/office/drawing/2014/main" id="{178E1E24-FE28-1B5E-3710-46F9FC5A6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911" y="2364239"/>
            <a:ext cx="8567528" cy="1978945"/>
          </a:xfrm>
          <a:prstGeom prst="rect">
            <a:avLst/>
          </a:prstGeom>
        </p:spPr>
      </p:pic>
      <p:sp>
        <p:nvSpPr>
          <p:cNvPr id="75" name="Textfeld 74">
            <a:extLst>
              <a:ext uri="{FF2B5EF4-FFF2-40B4-BE49-F238E27FC236}">
                <a16:creationId xmlns:a16="http://schemas.microsoft.com/office/drawing/2014/main" id="{131993C9-C11F-F17E-F86E-A5A1B52E1E87}"/>
              </a:ext>
            </a:extLst>
          </p:cNvPr>
          <p:cNvSpPr txBox="1"/>
          <p:nvPr/>
        </p:nvSpPr>
        <p:spPr>
          <a:xfrm>
            <a:off x="1393848" y="641666"/>
            <a:ext cx="7677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Neues Projekt </a:t>
            </a:r>
            <a:r>
              <a:rPr lang="en-US" sz="3200" dirty="0" err="1">
                <a:solidFill>
                  <a:schemeClr val="tx2"/>
                </a:solidFill>
              </a:rPr>
              <a:t>anlegen</a:t>
            </a:r>
            <a:r>
              <a:rPr lang="en-US" sz="3200" dirty="0">
                <a:solidFill>
                  <a:schemeClr val="tx2"/>
                </a:solidFill>
              </a:rPr>
              <a:t> in </a:t>
            </a:r>
            <a:r>
              <a:rPr lang="en-US" sz="3200" dirty="0" err="1">
                <a:solidFill>
                  <a:schemeClr val="tx2"/>
                </a:solidFill>
              </a:rPr>
              <a:t>Bildern</a:t>
            </a:r>
            <a:endParaRPr lang="de-AT" sz="3200" dirty="0"/>
          </a:p>
        </p:txBody>
      </p:sp>
    </p:spTree>
    <p:extLst>
      <p:ext uri="{BB962C8B-B14F-4D97-AF65-F5344CB8AC3E}">
        <p14:creationId xmlns:p14="http://schemas.microsoft.com/office/powerpoint/2010/main" val="550198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C64578-A9A3-28A5-4753-C1C79E7A0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87B8B8-C367-A5F6-B375-D1110F17C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5FAD4E5-DF97-0A07-C02C-57A92335D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816E6B6-156B-A39F-FCF7-3AD2D7D91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73A40D4-CF27-AFEE-7ED3-C703EFA68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5FFC706-85E2-1513-EB39-C59D7FA2B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F783C94-3DBF-7EFE-E17C-FF52ED296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64A3B73-A9D4-C7C8-D5F5-E41298B2B0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E789EE5-E62E-FB55-A3ED-5AA61A446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2C6443-7C10-59E8-BCEF-1743582119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42A2AAC-9B01-4539-52D0-4AE84E20A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7EC93CC-ECA5-6C5A-B753-3E59CA17D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80041CE-F2E3-39A1-0927-CBB0B380E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753F19F-3862-4948-79F7-9EF300C78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0D36DE0-73B0-D57E-4CFC-4DB5E3D31E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FA5171F-34EC-DA7C-1962-BAB5132C8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7A8649F-C772-411D-DDC9-6648D9419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6641F84-E194-4E5B-67DC-EFF3DC934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3BFBCC1-6189-4003-3DDA-A10F6C93E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70321CB-F564-0718-C67A-049CD5BD4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4B2620-D99F-8F39-50CF-118FCC344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918103-7CFF-127B-5835-D717A65D0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185587D-4D9A-7722-9E32-57B04D85F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B5A095E-7947-36FB-A66F-530F34EA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A43B396-86FE-D251-6911-FF28C6907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ECF488-9727-DBD5-F117-1160DD96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3D4C965-CFD6-F69A-4A57-EA3CF45D9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22A5671-CBA7-C8DD-BF43-E975393372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C069F67-80D7-D5D2-5288-78DE47C81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0449D4-C781-6E4D-BD5F-20F584683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B161332-CA2F-3B86-136D-F6B68044A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9A6FFCD-E25D-A9A1-4EB3-610CE9A67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15999BD2-3D88-3789-6AB4-2411CB3E1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4703FAB-066E-254E-0362-5D61372D8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835E6AA-CB84-C279-8EFC-74FBC2C3E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4AC6BBB-FED2-D301-C571-1F18D59B0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0D42EA0-3788-5081-BE47-E1C05FF543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EC2CB04-D375-F099-5ACD-8CBF803B8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8D4BF89-AA76-B53B-F968-51C926B64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4586477-533B-9DDA-E338-D4328BAF5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4A8CA73-2DA2-1598-2B1D-18C675E75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EAE2BC6-10E2-B6A2-3412-A13B713F5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82907BE-DF7A-8CCC-4FB3-2E0018DDC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15D3640-7FA5-8992-E482-C6302914D0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10947D6-C96F-42B9-7D0A-33424558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7D4754C-5F6A-0D1F-75A6-496A49C90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209818F-ED95-5759-4393-CE88AF059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8A70201-FFA6-E84B-0093-070A98C4D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BC82A7D-0022-C845-4C0A-FF08F10CFC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DEACD49-619C-7EF3-E86B-29F63242B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F3ABB96-8466-5812-5EDA-0296EB8BE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5705491-DAF6-5EA7-8781-246ACB170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124F134-5193-2E34-E5EE-2CD2AF5EE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DFD59EC-4634-6490-6D91-3BC5B2F56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75C9D74-1A4F-E6A3-C08D-E11406CAAB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831D53C-A60D-C073-54B1-B57924105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C54C171-F363-33BA-F43C-A93A65096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FB9A327-55D5-9584-C162-66BBAE87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1A3FF1D-480D-CAFA-22FD-CB3E23618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36D35DD-92B5-F6B5-F49D-271FF2574B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E298F1E-1527-D203-1539-CDC1A6540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6F6D2FE-F0D0-0A1C-6E7C-145EEC635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0647E9F-E109-58C0-97CD-FE8FAE4479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76084E4-6E0F-2D4D-7869-D74C1C7F4F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DF8BF0D-6548-8A25-2ECA-2613C068E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A9A4148-942B-7A6C-C884-F084C2243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3AFB01D-460E-6C19-AFD0-958DA26A0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D465B41-9AEF-F1E9-C371-02A9F4AE0D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BD03D7C-2D7A-7516-34BE-CEEC6821F4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3AF4D60-DB03-4C01-F0A3-ADABE7BFD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6498650-55F4-E5DA-6049-62D9A816D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ECDFFCE-3A05-CD36-BCAF-63F9C663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0F7D0BB-2DD7-D3AE-0FD2-FB4313597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D7FEC3B6-34E8-E7B4-CB76-6E5824CB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D30E495-BAA4-ED93-B5E3-2B5D28A509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4DCA16C-E9BD-1E3C-79FB-C6B0A2490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0B2C6CF-614C-C013-916F-5B7E240C1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DF750BE-1824-1244-DF82-9C348B60A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0C8A07D6-4FBC-2AB9-CD36-B29D2A833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7782189B-77A1-5EBB-A230-5BD5C3A9A3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419F2B0-CB90-3BBD-6009-86A893CA4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48431FF-8D79-5369-8BAF-B418DF1389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85B7B56-1A6D-516A-7BA3-0BB4AC9DC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8A5BD76-FB16-B7DB-56E1-BBEBCAFDF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40F28D6-72E0-CD6B-C50B-C81D7105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9D4A2DB-6E7A-EC87-93DE-4F047B23A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ED7D233A-9969-83F7-0CCE-7E555DBE0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82312D4-058D-3F08-C435-F288296CA4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50BC4B0-0277-DE58-B427-58C95711B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83D7483-987B-A265-92BF-8BBB0350A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5EE4E61-FD0F-94F7-37C2-DD3063BE8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F7BEC7D-AFB2-A4FB-5F17-472EEDB082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21AA1642-E3BE-4321-B9B4-BDA3D2838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C72E6E5-F8AB-7C2D-85DD-2C4E7044D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5EC71B14-79D1-64C7-15FA-28643E741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1A9F47F-143C-FEA3-5954-CB5225B60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3048A5DE-F7C0-BC83-5FED-FD03220AB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50" y="1"/>
            <a:ext cx="12188952" cy="2452880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3" name="Right Triangle 112">
            <a:extLst>
              <a:ext uri="{FF2B5EF4-FFF2-40B4-BE49-F238E27FC236}">
                <a16:creationId xmlns:a16="http://schemas.microsoft.com/office/drawing/2014/main" id="{CDFDDEA3-7568-9307-048B-7BBA2A383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4918297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96469BF-0B96-DE02-588C-4794DC572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65062552-953F-3D7C-8949-E6C7EA49C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42B2F93A-EFD5-3142-ECE0-683344BF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B5BA4C03-6767-45AB-308C-CCEA5105EC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0AC60BB-ACAE-26CE-4960-0917DD098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E2427B2-09EB-2E3D-D4E5-34B2BFA2FE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41C96059-D4E4-329F-2419-FCB08F51F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007AE447-0248-3612-F164-A6A64E647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6407B79-81AB-A9B2-D189-8756A7871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3D5FB4C-44D6-D6E1-2994-5BB67372A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53A475B8-6F3F-7DAE-F865-1ED279FCD8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CA44502A-47E3-9D50-DEE8-BFBFEEBFA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0FC6A180-1CF3-FDEA-B8FA-A1A445C2F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463F1F93-17A3-EA53-57D5-5A020DE015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D9AE703D-B928-79D3-D94D-3EE47C120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00239021-0434-674B-FD7C-B4C44282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FE599E6-5A50-9B46-17ED-5BB2CA3CC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BB0978A-A42E-A71B-1226-8283AF5468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079BACF9-9D43-0D1F-6870-874CCCB3D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073A6FBA-20E6-53AC-FA97-E737CF7E7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4EC7BF3-CAFA-4AD3-5AD7-5426CCC5B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D43FE475-0791-7EC0-F6D6-811D297C2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A2CCDB5-03D1-546F-40C8-E1B93119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7AB3FF7-1558-5066-858D-B3BC02004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8165D54C-7119-65F1-8A69-2898068F28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62765528-B107-0096-87CD-26C4399DD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4377D418-0171-74E8-8C0D-D7C6DB204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8C4C298F-271E-7084-149E-EA73CC954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D8D5B31C-7A9E-226E-A3A0-FA9BB1790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E26C67E-AD33-B4D8-5FA6-A04F8D818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73BD055B-78EB-984B-9770-CF2413697E2C}"/>
              </a:ext>
            </a:extLst>
          </p:cNvPr>
          <p:cNvSpPr txBox="1"/>
          <p:nvPr/>
        </p:nvSpPr>
        <p:spPr>
          <a:xfrm>
            <a:off x="1266825" y="640608"/>
            <a:ext cx="76773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Neues Projekt </a:t>
            </a:r>
            <a:r>
              <a:rPr lang="en-US" sz="2800" dirty="0" err="1">
                <a:solidFill>
                  <a:schemeClr val="tx2"/>
                </a:solidFill>
              </a:rPr>
              <a:t>anlegen</a:t>
            </a:r>
            <a:r>
              <a:rPr lang="en-US" sz="2800" dirty="0">
                <a:solidFill>
                  <a:schemeClr val="tx2"/>
                </a:solidFill>
              </a:rPr>
              <a:t> in </a:t>
            </a:r>
            <a:r>
              <a:rPr lang="en-US" sz="2800" dirty="0" err="1">
                <a:solidFill>
                  <a:schemeClr val="tx2"/>
                </a:solidFill>
              </a:rPr>
              <a:t>Bildern</a:t>
            </a:r>
            <a:endParaRPr lang="de-AT" sz="28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B2DF725-2A0B-AF51-6B71-BA5A4C1D7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379" y="1431910"/>
            <a:ext cx="5734557" cy="478548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63F187F8-32F1-CC37-2096-F5A20EA5A44D}"/>
              </a:ext>
            </a:extLst>
          </p:cNvPr>
          <p:cNvSpPr txBox="1"/>
          <p:nvPr/>
        </p:nvSpPr>
        <p:spPr>
          <a:xfrm>
            <a:off x="1016562" y="2666998"/>
            <a:ext cx="45698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Ihr könnt bei Location auch einen im File Explorer selbst erstellten Ordner angeben, wo dann euer </a:t>
            </a:r>
          </a:p>
          <a:p>
            <a:r>
              <a:rPr lang="de-DE" sz="2000" dirty="0"/>
              <a:t>Projekt gespeichert wird</a:t>
            </a:r>
          </a:p>
          <a:p>
            <a:endParaRPr lang="de-DE" sz="2000" dirty="0"/>
          </a:p>
          <a:p>
            <a:r>
              <a:rPr lang="de-DE" sz="2000" dirty="0"/>
              <a:t>Als JDK (Java Development Kit  ~ Java Version) wählt ihr eine Java Version über 24 aus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14553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18FBF1-E12B-D207-C1C6-02E84A5BC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0507B55-48B1-78B3-0569-822405DA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9B9F46-921B-5CED-EB7C-5081AD7C0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6ACB941-38F7-ABE3-0139-112BA2301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5BF1301-51A5-1558-7F07-60D39D24B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EE17923-4D43-156A-AEED-C3FDC97BA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B13E70F-8DB7-B832-4A96-9306F4D71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5949886-AE49-4CB7-8151-C8C94F06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05936D-3CC6-08AE-14BC-327942BE7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BC93892-2808-FDCD-89CD-510511864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0429F68-BE25-3BA3-C125-74EB5E5696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E445A9E-ED16-04A2-9F21-0FF5315D38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712BAF-91E8-F291-8B49-9C198BD9C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5121C81-12E5-F928-BD58-20684D0D5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CAE109A-1D37-8966-B87A-C26CE3181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134F56B-DAED-04F2-D08B-6EA45D977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01F351A-F585-6A73-D4E3-FACDC4FDEE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A34E781-6559-938B-8FFC-F70C288C5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5F07EE1-5674-3F7C-7C09-CBA854CAB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C2DE55A-9E81-FE39-A10B-57F23A52F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49EC484-E7DE-2DE0-7CBA-43632AE21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D46F731-88C2-4531-3AA0-70D7834789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D9E4053-C069-3858-5B7C-8837126CA7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87DF4B-A8B9-48E0-DF64-153F7AD60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5F94F6B-1CA9-E11A-F044-2DECE14DB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39DFA31-4A4C-C487-63F8-71104DD61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B55B21C-5DD1-849E-ED20-0B40E147BC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39DDFF4-6B5C-8B48-7A90-855D94D79F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EDED801-6322-EF0E-29A0-4BB25452BF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C13DBE4-86AB-D4AB-5C62-AE2F78F75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D7EEDE1-F260-BC7F-F78A-038805925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0C91BC7-627A-21A3-CE77-FC232315D6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831E9B4-D27D-3F9A-5889-937C08165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0E2BF2A-2990-E66D-7A57-9B216C055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B829608-9CC2-552C-603E-C67DB7551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56D557D-8323-C7DC-DAB6-2DC9FA006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54B1217-D4B3-0E94-B96A-EEE179489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703619B-836C-217B-A50E-38249B628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3315B61-A6BC-D1AD-393D-09C987259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3FA1F58-B133-07FF-4596-49E05B724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3069EBC-51CB-0258-4C1C-4BF10C10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D74B11A-8588-9192-5269-0104AEA3F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6FD1500-58B2-668C-A9AA-C1A6A0905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F1C845D-ECE5-FD2B-935D-1D2BCA18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B4A38C-063A-5AE8-8124-68E9B19EC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88DA288-CE57-EE17-25CC-10D82CCDE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9B74D63-C082-C98D-EBB9-2A6BEC622E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476B06E-0742-860F-7EEC-876491388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39DE0F0-A55B-FF25-5B77-E450BFE50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9980A11-7155-2B65-827A-061F5FEA5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3EBBD7A-FDBE-3BCB-FE46-D2C4C2873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1EB3B9B-103E-AB13-E069-A1F76603CF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067F50E-6863-0346-1C92-3F89DB05C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7BC60B3-713F-5091-ABAD-F9BD45B8ED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415A99E-F823-1501-BA7D-F90FDFB6E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CAABAB1-DE13-383F-02EA-4FD603720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0FC37B4-A417-7355-F84B-9A23D36DF1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679EC9B-B129-0CC5-4C83-35FFAF427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1540E58-BC97-BA8B-B9E9-08F90BE36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45601BE-38A0-FA91-96F5-530CBBC12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E9A9092-C02B-B681-B490-ABC83C3F6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66AE4320-A82C-798C-9377-F13D0679A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246551C-48F6-C5AF-C84D-117EFDCA5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CD5F5A5-BECC-D661-588A-05EF246B0A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9A91352-D660-1AE1-CCBE-6C7E6E9A3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41D46EB-D841-1644-2033-68488AB28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70AEF54-71A7-122D-145C-42CA25A91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F8398E6-8FC4-676D-D5CA-509D1BE41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7ED6403-7F59-CA74-331D-2329FD2A5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80578B5-C87D-514A-A537-FB6877934E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B729245-4AE8-E732-8510-7809E1894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A0615FA-8DF7-58D9-78CD-D469B1C10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78D1C259-5CCF-D892-E582-31A0F760E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E5BAAAA-F2B8-F0FA-0C72-1E50AED7A9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A97DAB9-D4DE-DBAF-8905-676C36DCC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D862948-1E02-7AEE-0B51-C0F1943A71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F9675EE-9839-9EBB-AE84-A2E00F16DF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2B9363B-805A-3A11-9D01-3A35A9BB9A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39B6778-D5A8-EE91-F097-CB54C0EF2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B179DDCC-0B80-5A49-67D9-7EADBE8512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B07A50D-1839-DB63-2D9D-39F1CA580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1D7CEE4-07EC-215C-7195-5EE7C1910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472B990-07D5-42F2-940C-5719306DD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766B418-8569-BF15-8E1F-CF3D5B2C2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1E2C894-41D6-C6BE-6402-4C9109902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B1EB039-D2F7-502D-8720-9C78EFF3D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EB2D02-4EFB-BDEF-520B-2641A6F5C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5720D17-BDD3-091C-CA88-20736D0B50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58E08C5-EABB-4B81-00B5-09C805973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6155062-B764-12D0-DB40-8B715628DD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EDBD8DC-6F9A-2500-95FD-BD6F93108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EE7D72E-004F-BDB2-9801-C638485EE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26A4ED2-CFA7-331D-ED0A-747F2753E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3432BB9-37B7-A71A-D6C9-CF05BF4FF9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0F754A5F-BA3C-C549-D036-6D3F5DBDF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279B5C7-5C67-78CD-1683-90BEC573D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0F582579-4738-BE04-2F2F-3CE6F0559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50" y="1"/>
            <a:ext cx="12188952" cy="2452880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3" name="Right Triangle 112">
            <a:extLst>
              <a:ext uri="{FF2B5EF4-FFF2-40B4-BE49-F238E27FC236}">
                <a16:creationId xmlns:a16="http://schemas.microsoft.com/office/drawing/2014/main" id="{6ED77D4D-41B0-28EB-24E5-2C2A5B499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4918297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87A5F6E-6FD4-C968-5A45-12823A77A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4D3E362-AAB8-4260-D3E7-37B1D4357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4F9A7734-B19C-9857-F2B8-C51B766426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BABC40A1-FD16-FEA0-10B1-E139DB45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F9CA34A-438E-18B7-C3EC-305CF06BD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93DDD43-9353-5D53-AF6F-106609634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039DBCC-CB71-1654-0C2A-29EA0B45E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B8708D8-A270-BAC3-46CA-9115D17C1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681538F-C70B-3BD1-D028-0BA1F4A16C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BD258A7-91A8-ED25-5893-5198C5EA0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C4DEF94D-3253-8DE7-8786-6E92000C2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FCF01C96-48FC-F86E-08F2-33D5E06DE3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42354BA7-EC36-C44D-3F54-524923891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F70AC2C-AFCF-76B9-FD79-93BFE86B1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B7153AFF-0081-F3EA-9CF3-646910C3F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09B7419D-091E-DD59-9194-DCC6A80C1D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0040413-84F2-3C60-7851-AD8C54812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422A1B3-C387-DF56-4354-8CF5B5C4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19A94FC-7E4B-FA73-DFCE-7156F7F0EC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01219F7-48FC-6627-74DC-151F1E45B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3711C6E5-E47F-287C-62D9-4A0CE9F6A5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74F28A8A-3988-C736-C108-9C61CC2E7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3753748A-C3A9-431D-5C4F-FB421988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1566FF9-E8F4-A13F-9557-4FD618559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9F91BE5C-F6FC-2BCD-BE76-9A56B4A83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236445E-B229-39AD-FC6C-106231C60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1C438AF8-9758-E84A-205D-0729B7E3B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E23566A-6171-C761-C7BB-2D516FE73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F4F468F-74F2-FB54-58D0-EDBB408FF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9FC7407-4A56-005D-2FBE-5852037DC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040B4497-DCD6-63E6-0BF0-DDBA18FA3C98}"/>
              </a:ext>
            </a:extLst>
          </p:cNvPr>
          <p:cNvSpPr txBox="1"/>
          <p:nvPr/>
        </p:nvSpPr>
        <p:spPr>
          <a:xfrm>
            <a:off x="1266825" y="640608"/>
            <a:ext cx="76773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Neues Projekt </a:t>
            </a:r>
            <a:r>
              <a:rPr lang="en-US" sz="2800" dirty="0" err="1">
                <a:solidFill>
                  <a:schemeClr val="tx2"/>
                </a:solidFill>
              </a:rPr>
              <a:t>anlegen</a:t>
            </a:r>
            <a:r>
              <a:rPr lang="en-US" sz="2800" dirty="0">
                <a:solidFill>
                  <a:schemeClr val="tx2"/>
                </a:solidFill>
              </a:rPr>
              <a:t> in </a:t>
            </a:r>
            <a:r>
              <a:rPr lang="en-US" sz="2800" dirty="0" err="1">
                <a:solidFill>
                  <a:schemeClr val="tx2"/>
                </a:solidFill>
              </a:rPr>
              <a:t>Bildern</a:t>
            </a:r>
            <a:endParaRPr lang="de-AT" sz="28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45E1442-EFC2-D013-4750-DBE94D7002D8}"/>
              </a:ext>
            </a:extLst>
          </p:cNvPr>
          <p:cNvSpPr txBox="1"/>
          <p:nvPr/>
        </p:nvSpPr>
        <p:spPr>
          <a:xfrm>
            <a:off x="1016562" y="2666998"/>
            <a:ext cx="45698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Wenn ihr keine Java Version auswählen könnt, ladet eine herunter </a:t>
            </a:r>
            <a:r>
              <a:rPr lang="de-DE" sz="2000"/>
              <a:t>(Version 24+)</a:t>
            </a:r>
            <a:endParaRPr lang="de-DE" sz="2000" dirty="0"/>
          </a:p>
          <a:p>
            <a:endParaRPr lang="de-DE" sz="20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96CB664-567F-1BAA-F9A3-B19F6C2B0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386" y="2059659"/>
            <a:ext cx="5828697" cy="354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60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C7643E-88F7-F4B8-1462-E083BE15F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4" name="Freeform: Shape 183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6" name="Freeform: Shape 185">
            <a:extLst>
              <a:ext uri="{FF2B5EF4-FFF2-40B4-BE49-F238E27FC236}">
                <a16:creationId xmlns:a16="http://schemas.microsoft.com/office/drawing/2014/main" id="{9A0D6220-3DFE-4182-9152-9135493A6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4C729BC-90F1-4823-A305-F6F124E93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640014BD-8822-4EFD-B887-1E95DBBB4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1E9445DF-509C-4993-834C-4A95C90E3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FDCB110E-203A-4D63-810B-7AB453AB9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264073E-6737-44FE-BC04-BFEE3713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6DA24A7E-F63B-4B87-ABA5-BDD8F8F6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9CC2C5D2-CEDF-4390-A89D-71DBD7C37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8956D0DF-B8DD-44AB-A831-329B2973E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7AB17CF4-098C-43B0-A0E0-235CEB55F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D3CA7C27-06AF-4DB3-A3B2-F81C41D5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8BD2BB17-7774-4215-872F-9CF37633B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2E1C172-AA18-42F1-B952-4791B5035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C9D5EBAC-D904-4410-A575-1A2B810D8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8B38425E-0189-47B9-9F42-67DC5386E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E6584C8E-A8AC-49AB-8E5B-337E14D4F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8FCDC21-75B9-4F36-AEB4-186CDD994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79AAC1FD-FBB6-4E21-A267-E4B9029BB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20FDEAF3-AB6A-41DF-BF11-245120818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29F9892F-F26B-4C6F-A949-097D3EBC7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FCCA59EA-5156-402B-82A4-AAE14B2D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31E175D8-17F1-46B8-807F-89A75CD4D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AE169C4-F6B2-44D0-A73C-88C304E8A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2CE19136-3F8D-4350-A424-8241923BC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F937350-E379-4C45-BC56-20808BBED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FE4F6988-3981-46A0-B744-EE972197D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EDB419A9-FCB9-4B39-8D9E-91CC0B8E7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7D6861DB-43A8-4624-9ECC-5A96BE3A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4AFBD701-C20E-441D-8596-4BBBF4955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3C41C88-00F9-45AF-8D64-37BA70969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6420BDA-21B9-4B17-A82E-A9EB28138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19" name="Rectangle 218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F8DD0EAF-BF73-48D8-A426-3085C4B88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23" name="Right Triangle 222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A36F35E-DFE2-7B1D-BA18-5D97E61AC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142" y="258301"/>
            <a:ext cx="5414255" cy="27844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>
                <a:solidFill>
                  <a:schemeClr val="tx2">
                    <a:alpha val="80000"/>
                  </a:schemeClr>
                </a:solidFill>
              </a:rPr>
              <a:t>Frohes</a:t>
            </a:r>
            <a:r>
              <a:rPr lang="en-US" sz="5400" dirty="0">
                <a:solidFill>
                  <a:schemeClr val="tx2">
                    <a:alpha val="80000"/>
                  </a:schemeClr>
                </a:solidFill>
              </a:rPr>
              <a:t> </a:t>
            </a:r>
            <a:r>
              <a:rPr lang="en-US" sz="5400" dirty="0" err="1">
                <a:solidFill>
                  <a:schemeClr val="tx2">
                    <a:alpha val="80000"/>
                  </a:schemeClr>
                </a:solidFill>
              </a:rPr>
              <a:t>Schaffen</a:t>
            </a:r>
            <a:r>
              <a:rPr lang="en-US" sz="5400" dirty="0">
                <a:solidFill>
                  <a:schemeClr val="tx2">
                    <a:alpha val="80000"/>
                  </a:schemeClr>
                </a:solidFill>
              </a:rPr>
              <a:t>!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A79300D-8ACF-1691-A6E6-57F3997404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45" r="18023" b="1"/>
          <a:stretch>
            <a:fillRect/>
          </a:stretch>
        </p:blipFill>
        <p:spPr>
          <a:xfrm>
            <a:off x="6084873" y="-3440"/>
            <a:ext cx="6129950" cy="686143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20525803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Office PowerPoint</Application>
  <PresentationFormat>Breitbild</PresentationFormat>
  <Paragraphs>39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Avenir Next LT Pro</vt:lpstr>
      <vt:lpstr>Posterama</vt:lpstr>
      <vt:lpstr>SineVTI</vt:lpstr>
      <vt:lpstr>Programmieren mit Intellij</vt:lpstr>
      <vt:lpstr>Vergleich Intellij - Processing</vt:lpstr>
      <vt:lpstr>Vergleich Intellij - Processing</vt:lpstr>
      <vt:lpstr>Vergleich Intellij - Processing</vt:lpstr>
      <vt:lpstr>Vergleich Intellij - Processing</vt:lpstr>
      <vt:lpstr>Neues Projekt anlegen - Intellij</vt:lpstr>
      <vt:lpstr>PowerPoint-Präsentation</vt:lpstr>
      <vt:lpstr>PowerPoint-Präsentation</vt:lpstr>
      <vt:lpstr>PowerPoint-Präsentation</vt:lpstr>
      <vt:lpstr>Frohes Schaffen!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BÖHME Amelie</dc:creator>
  <cp:lastModifiedBy>BÖHME Amelie</cp:lastModifiedBy>
  <cp:revision>3</cp:revision>
  <dcterms:created xsi:type="dcterms:W3CDTF">2025-12-04T08:36:22Z</dcterms:created>
  <dcterms:modified xsi:type="dcterms:W3CDTF">2025-12-11T13:24:37Z</dcterms:modified>
</cp:coreProperties>
</file>